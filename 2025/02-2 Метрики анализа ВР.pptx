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38" r:id="rId2"/>
    <p:sldId id="412" r:id="rId3"/>
    <p:sldId id="438" r:id="rId4"/>
    <p:sldId id="411" r:id="rId5"/>
    <p:sldId id="413" r:id="rId6"/>
    <p:sldId id="419" r:id="rId7"/>
    <p:sldId id="440" r:id="rId8"/>
    <p:sldId id="439" r:id="rId9"/>
    <p:sldId id="414" r:id="rId10"/>
    <p:sldId id="427" r:id="rId11"/>
    <p:sldId id="433" r:id="rId12"/>
    <p:sldId id="430" r:id="rId13"/>
    <p:sldId id="431" r:id="rId14"/>
    <p:sldId id="432" r:id="rId15"/>
    <p:sldId id="428" r:id="rId16"/>
    <p:sldId id="434" r:id="rId17"/>
    <p:sldId id="424" r:id="rId18"/>
    <p:sldId id="435" r:id="rId19"/>
    <p:sldId id="42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3973" autoAdjust="0"/>
  </p:normalViewPr>
  <p:slideViewPr>
    <p:cSldViewPr snapToGrid="0">
      <p:cViewPr varScale="1">
        <p:scale>
          <a:sx n="121" d="100"/>
          <a:sy n="121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15.07.2025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15.07.2025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15.07.2025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/>
              <a:t>Метрики анализа ВР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252454" y="6293017"/>
            <a:ext cx="77017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0903" y="6519446"/>
            <a:ext cx="4132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10903" y="6301526"/>
            <a:ext cx="39386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680710" y="65336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27130" y="6431096"/>
            <a:ext cx="4639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https://robjhyndman.com/papers/foresight.pdf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58402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33158" r="-344658" b="-15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176923" r="-344658" b="-106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289051" r="-344658" b="-11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/>
                      <m:t>Width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8759</TotalTime>
  <Words>2272</Words>
  <Application>Microsoft Office PowerPoint</Application>
  <PresentationFormat>Широкоэкранный</PresentationFormat>
  <Paragraphs>466</Paragraphs>
  <Slides>19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Метрики анализа ВР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265</cp:revision>
  <dcterms:created xsi:type="dcterms:W3CDTF">2021-10-31T10:57:36Z</dcterms:created>
  <dcterms:modified xsi:type="dcterms:W3CDTF">2025-07-15T13:27:21Z</dcterms:modified>
</cp:coreProperties>
</file>