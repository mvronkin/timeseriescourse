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433" r:id="rId2"/>
    <p:sldId id="434" r:id="rId3"/>
    <p:sldId id="435" r:id="rId4"/>
    <p:sldId id="436" r:id="rId5"/>
    <p:sldId id="437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1" autoAdjust="0"/>
    <p:restoredTop sz="94795"/>
  </p:normalViewPr>
  <p:slideViewPr>
    <p:cSldViewPr snapToGrid="0">
      <p:cViewPr varScale="1">
        <p:scale>
          <a:sx n="85" d="100"/>
          <a:sy n="85" d="100"/>
        </p:scale>
        <p:origin x="12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07.08.2025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07.08.2025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07.08.2025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07.08.2025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07.08.2025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07.08.2025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07.08.2025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10" Type="http://schemas.openxmlformats.org/officeDocument/2006/relationships/hyperlink" Target="https://ej.hse.ru/data/2010/12/31/1208182168/06_02_07.pdf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(%20PDFDrive%20)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20" Type="http://schemas.openxmlformats.org/officeDocument/2006/relationships/hyperlink" Target="https://www.econometrics-with-r.org/16.1-vector-autoregression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19" Type="http://schemas.openxmlformats.org/officeDocument/2006/relationships/hyperlink" Target="https://xiaorui.site/Forecasting-and-Time-Series-Methods/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robjhyndman.com/hyndsight/python_time_series.html" TargetMode="External"/><Relationship Id="rId3" Type="http://schemas.openxmlformats.org/officeDocument/2006/relationships/hyperlink" Target="https://nixtlaverse.nixtla.io/mlforecast/index.html" TargetMode="External"/><Relationship Id="rId7" Type="http://schemas.openxmlformats.org/officeDocument/2006/relationships/hyperlink" Target="https://www.sktime.net/en/stable/" TargetMode="External"/><Relationship Id="rId2" Type="http://schemas.openxmlformats.org/officeDocument/2006/relationships/hyperlink" Target="https://nixtlaverse.nixtla.io/statsforeca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nit8co.github.io/darts/" TargetMode="External"/><Relationship Id="rId5" Type="http://schemas.openxmlformats.org/officeDocument/2006/relationships/hyperlink" Target="https://skforecast.org/0.16.0/index.html" TargetMode="External"/><Relationship Id="rId4" Type="http://schemas.openxmlformats.org/officeDocument/2006/relationships/hyperlink" Target="https://nixtlaverse.nixtla.io/neuralforecast/docs/getting-started/introduction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</a:t>
            </a:r>
            <a:r>
              <a:rPr lang="en" dirty="0" smtClean="0">
                <a:hlinkClick r:id="rId9"/>
              </a:rPr>
              <a:t>github.com/thuml/Time-Series-Library</a:t>
            </a:r>
            <a:r>
              <a:rPr lang="ru-RU" dirty="0" smtClean="0"/>
              <a:t> </a:t>
            </a:r>
            <a:r>
              <a:rPr lang="ru-RU" dirty="0"/>
              <a:t>- Библиотека анализа </a:t>
            </a:r>
            <a:r>
              <a:rPr lang="ru-RU" dirty="0" smtClean="0"/>
              <a:t>ВР</a:t>
            </a:r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ej.hse.ru/data/2010/12/31/1208182168/06_02_07.pdf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00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en" dirty="0" smtClean="0"/>
          </a:p>
          <a:p>
            <a:r>
              <a:rPr lang="en-US" dirty="0">
                <a:hlinkClick r:id="rId19"/>
              </a:rPr>
              <a:t>https://xiaorui.site/Forecasting-and-Time-Series-Methods</a:t>
            </a:r>
            <a:r>
              <a:rPr lang="en-US" dirty="0" smtClean="0">
                <a:hlinkClick r:id="rId19"/>
              </a:rPr>
              <a:t>/</a:t>
            </a:r>
            <a:endParaRPr lang="ru-RU" dirty="0" smtClean="0"/>
          </a:p>
          <a:p>
            <a:r>
              <a:rPr lang="en-US" dirty="0">
                <a:hlinkClick r:id="rId20"/>
              </a:rPr>
              <a:t>https://</a:t>
            </a:r>
            <a:r>
              <a:rPr lang="en-US" dirty="0" smtClean="0">
                <a:hlinkClick r:id="rId20"/>
              </a:rPr>
              <a:t>www.econometrics-with-r.org/16.1-vector-autoregressions.html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428545" y="6488668"/>
            <a:ext cx="23641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https://bookdown.org/</a:t>
            </a:r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7022" y="185738"/>
            <a:ext cx="10969978" cy="752475"/>
          </a:xfrm>
        </p:spPr>
        <p:txBody>
          <a:bodyPr/>
          <a:lstStyle/>
          <a:p>
            <a:r>
              <a:rPr lang="ru-RU" dirty="0" smtClean="0"/>
              <a:t>Фреймворки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3822" y="938213"/>
            <a:ext cx="10969978" cy="5059363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github.com/ddz16/TSFpaper</a:t>
            </a:r>
            <a:r>
              <a:rPr lang="ru-RU" dirty="0" smtClean="0">
                <a:hlinkClick r:id="rId2"/>
              </a:rPr>
              <a:t> - статьи по ВР до 2025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github.com/lmmentel/awesome-time-series</a:t>
            </a:r>
            <a:r>
              <a:rPr lang="ru-RU" dirty="0" smtClean="0">
                <a:hlinkClick r:id="rId2"/>
              </a:rPr>
              <a:t> – подборка большого количества всего по ВР</a:t>
            </a:r>
          </a:p>
          <a:p>
            <a:r>
              <a:rPr lang="en-US" dirty="0" smtClean="0">
                <a:hlinkClick r:id="rId2"/>
              </a:rPr>
              <a:t>https</a:t>
            </a:r>
            <a:r>
              <a:rPr lang="en-US" dirty="0">
                <a:hlinkClick r:id="rId2"/>
              </a:rPr>
              <a:t>://</a:t>
            </a:r>
            <a:r>
              <a:rPr lang="en-US" dirty="0" smtClean="0">
                <a:hlinkClick r:id="rId2"/>
              </a:rPr>
              <a:t>nixtlaverse.nixtla.io/statsforecast/index.html</a:t>
            </a:r>
            <a:r>
              <a:rPr lang="en-US" dirty="0" smtClean="0"/>
              <a:t> - </a:t>
            </a:r>
            <a:r>
              <a:rPr lang="ru-RU" dirty="0" smtClean="0"/>
              <a:t>статистические методы, включая авто- </a:t>
            </a:r>
            <a:r>
              <a:rPr lang="en-US" dirty="0" smtClean="0"/>
              <a:t>ETS, </a:t>
            </a:r>
            <a:r>
              <a:rPr lang="en-US" dirty="0" err="1" smtClean="0"/>
              <a:t>atuoARIMA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ru-RU" dirty="0" err="1" smtClean="0"/>
              <a:t>итд</a:t>
            </a:r>
            <a:r>
              <a:rPr lang="ru-RU" dirty="0" smtClean="0"/>
              <a:t>.</a:t>
            </a:r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nixtlaverse.nixtla.io/mlforecast/index.html</a:t>
            </a:r>
            <a:r>
              <a:rPr lang="ru-RU" dirty="0" smtClean="0"/>
              <a:t> - машинное обучение</a:t>
            </a:r>
          </a:p>
          <a:p>
            <a:r>
              <a:rPr lang="en-US" dirty="0">
                <a:hlinkClick r:id="rId4"/>
              </a:rPr>
              <a:t>https://</a:t>
            </a:r>
            <a:r>
              <a:rPr lang="en-US" dirty="0" smtClean="0">
                <a:hlinkClick r:id="rId4"/>
              </a:rPr>
              <a:t>nixtlaverse.nixtla.io/neuralforecast/docs/getting-started/introduction.html</a:t>
            </a:r>
            <a:r>
              <a:rPr lang="ru-RU" dirty="0" smtClean="0"/>
              <a:t> - предсказание при помощи нейронных сетей</a:t>
            </a:r>
          </a:p>
          <a:p>
            <a:r>
              <a:rPr lang="en-US" dirty="0">
                <a:hlinkClick r:id="rId5"/>
              </a:rPr>
              <a:t>https://</a:t>
            </a:r>
            <a:r>
              <a:rPr lang="en-US" dirty="0" smtClean="0">
                <a:hlinkClick r:id="rId5"/>
              </a:rPr>
              <a:t>skforecast.org/0.16.0/index.html</a:t>
            </a:r>
            <a:r>
              <a:rPr lang="ru-RU" dirty="0" smtClean="0"/>
              <a:t> - отличный оригинальный </a:t>
            </a:r>
            <a:r>
              <a:rPr lang="ru-RU" dirty="0" err="1" smtClean="0"/>
              <a:t>фреймворк</a:t>
            </a:r>
            <a:r>
              <a:rPr lang="ru-RU" dirty="0" smtClean="0"/>
              <a:t> для предсказания ВР с машинным обучением</a:t>
            </a:r>
          </a:p>
          <a:p>
            <a:r>
              <a:rPr lang="en-US" dirty="0">
                <a:hlinkClick r:id="rId6"/>
              </a:rPr>
              <a:t>https://unit8co.github.io/darts</a:t>
            </a:r>
            <a:r>
              <a:rPr lang="en-US" dirty="0" smtClean="0">
                <a:hlinkClick r:id="rId6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очень объемный </a:t>
            </a:r>
            <a:r>
              <a:rPr lang="ru-RU" dirty="0" err="1" smtClean="0"/>
              <a:t>фреймворк</a:t>
            </a:r>
            <a:r>
              <a:rPr lang="ru-RU" dirty="0" smtClean="0"/>
              <a:t> – почти все типичные задачи ВР</a:t>
            </a:r>
            <a:endParaRPr lang="en-US" dirty="0" smtClean="0"/>
          </a:p>
          <a:p>
            <a:r>
              <a:rPr lang="en-US" dirty="0">
                <a:hlinkClick r:id="rId7"/>
              </a:rPr>
              <a:t>https://www.sktime.net/en/stable</a:t>
            </a:r>
            <a:r>
              <a:rPr lang="en-US" dirty="0" smtClean="0">
                <a:hlinkClick r:id="rId7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большая подборка методов в формате </a:t>
            </a:r>
            <a:r>
              <a:rPr lang="en-US" dirty="0" err="1" smtClean="0"/>
              <a:t>sklearn</a:t>
            </a:r>
            <a:r>
              <a:rPr lang="en-US" dirty="0" smtClean="0"/>
              <a:t>-like</a:t>
            </a:r>
          </a:p>
          <a:p>
            <a:r>
              <a:rPr lang="en-US" dirty="0">
                <a:hlinkClick r:id="rId8"/>
              </a:rPr>
              <a:t>https://</a:t>
            </a:r>
            <a:r>
              <a:rPr lang="en-US" dirty="0" smtClean="0">
                <a:hlinkClick r:id="rId8"/>
              </a:rPr>
              <a:t>robjhyndman.com/hyndsight/python_time_series.html</a:t>
            </a:r>
            <a:r>
              <a:rPr lang="en-US" dirty="0" smtClean="0"/>
              <a:t> - </a:t>
            </a:r>
            <a:r>
              <a:rPr lang="ru-RU" dirty="0" smtClean="0"/>
              <a:t>список фреймворков от </a:t>
            </a:r>
            <a:r>
              <a:rPr lang="en-US" dirty="0" err="1" smtClean="0"/>
              <a:t>Robj</a:t>
            </a:r>
            <a:r>
              <a:rPr lang="ru-RU" dirty="0" smtClean="0"/>
              <a:t> </a:t>
            </a:r>
            <a:r>
              <a:rPr lang="en-US" dirty="0" smtClean="0"/>
              <a:t>Hyndman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340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9918</TotalTime>
  <Words>345</Words>
  <Application>Microsoft Office PowerPoint</Application>
  <PresentationFormat>Широкоэкранный</PresentationFormat>
  <Paragraphs>59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 2013–2022</vt:lpstr>
      <vt:lpstr>Литература</vt:lpstr>
      <vt:lpstr>Литература</vt:lpstr>
      <vt:lpstr>Презентация PowerPoint</vt:lpstr>
      <vt:lpstr>Презентация PowerPoint</vt:lpstr>
      <vt:lpstr>Фреймворки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193</cp:revision>
  <dcterms:created xsi:type="dcterms:W3CDTF">2021-10-31T10:57:36Z</dcterms:created>
  <dcterms:modified xsi:type="dcterms:W3CDTF">2025-08-07T12:35:17Z</dcterms:modified>
</cp:coreProperties>
</file>