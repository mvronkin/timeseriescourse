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E7DE57-E710-7372-3A8F-EF8DBB852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EE984B3-9B2F-0046-2028-291D979263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EDA703-E666-9BD7-439C-DDF1F8D22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EA4854-B9F0-57A0-2A10-4A0F816AD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60C7E2-4660-5F76-EE28-8AB3049A6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9336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3EA735-34A6-735D-E519-DB9A2C909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48E56A6-4ED5-0F45-C1A4-75FCD28C89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6B8B4C-020D-66A8-2C7E-6803293D3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10A37C-19FA-222B-1453-F0CBA3EAD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D8065AD-57D3-1468-430E-D3C253839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6904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A663BD-720D-A16C-65F8-3738BC8EA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F9ED8A-260A-CCE0-89C9-4345E76F7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591603A-AB1C-F57E-49E0-7FE8C6774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559B26-6B4E-6DE0-2F46-63E6FE86A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15CE5C1-7AC0-F795-9FFA-C224E3ABD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07654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B4FBCD-F6AF-3E29-FDB5-CB7363EB5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60DE0C-3291-16E4-D2D9-5D5CE7928D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A09A1BB-B131-439A-D713-E599B432F7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74F2E39-DBB7-7415-EAED-560FFAB16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C6C8353-8E8D-BC86-6C50-68105A499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E652885-2B92-6663-9A89-62FB438B8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817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8F6E68-30A7-2E10-4653-950A34623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97F476-5F8C-7251-6624-81A88EB54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3CF1BD9-A2EF-1F6C-F02B-46A4BBBD99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A794184-94AE-4EF1-67D0-D58890923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0FE412C-1225-B0DF-E6E7-A623F9D986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98BE793-B499-3CE6-575F-3B2449E50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95F9DDE-7B43-9602-220F-A3D04CF02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F630DFF-4CB8-AD0D-35FD-DD10706F4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6315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1C2A1A-23ED-355D-7960-B048877CA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9101F07-BA4F-3D43-CD0C-4CCD9D29B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3E56143-5BF8-FE6C-9441-A1D35C0D7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4418FDF-2557-88F0-46DE-AF5F8E45B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6671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68527EF-A040-CDA5-1191-67068138A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D5CC8FA-46CC-4969-7DD0-DD6DBBF8E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B47FFE-BC21-0E04-D5BD-8BE9F2FF9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0891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41CFFE-51D6-C70E-2BE9-801E2E88F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3B57C3-0275-F84E-BB5D-CE1F2E5A6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A38C01B-16B6-F0F3-A915-956274D734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F448423-F212-AF27-CCA5-421B4E188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B0A5C40-DAF7-22D7-C1D6-C441D4FAA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EAB2811-805A-FBB1-952D-483DFB261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2591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3CC46-0E53-5FAF-31C4-386A327BC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3984A37-08FE-83E0-492F-AC14C3602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81B8996-4588-3814-5D8E-59E05A1596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F2C7F6D-7AC3-FDDF-E953-AE3E29B24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F069CE0-D3CE-7AEE-178F-5AC5F810F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98CA1DF-7637-6070-7074-AF242D66C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862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E0A886-3B6F-8E8A-0AD9-58F9AA0EE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5BBCB7-5BB4-C304-7BF3-FF294DCB6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1DFDC2D-40C6-7013-04BD-59C828371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83C5AD-1DED-AE75-3884-30AE712BE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7CD4E1F-DC8F-590C-C742-5173F7C03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022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A3C1039-079F-CC64-6A4F-92EAD5B0F4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F68EC78-EDD6-423E-300B-7EA7F4E21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8D8581-E15D-3CB2-A26D-6CED5B81A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92AF9-DBCE-5A47-95E7-A99A7754377C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D57A51-4E95-DC73-872E-07732556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1515205-5DBA-FF0D-47F3-8CAC7D5BE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897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289C76-70A2-444C-F128-9DF7F80E4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129CFF-0C02-A5E4-A9EE-3D0F64EB5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7B16354-71F0-C81A-25B4-0F03D10259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392AF9-DBCE-5A47-95E7-A99A7754377C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FF960F7-7518-F021-5134-D715536424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69D990F-6C61-E16B-45F2-C921F905A8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649B28-DCAB-1C43-8F90-A3A5A76638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7443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D148FE-9743-29DF-6A5A-330BC9AE1A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F82B099-5C7C-1878-477D-E67AB61D83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6466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3095BF-413A-BEEB-7AD9-C0EADEB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B4D110-6AC9-B872-162D-A45F914544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Проблема "холодного </a:t>
            </a:r>
            <a:r>
              <a:rPr lang="ru-RU" dirty="0" err="1"/>
              <a:t>старга</a:t>
            </a:r>
            <a:r>
              <a:rPr lang="ru-RU" dirty="0"/>
              <a:t>". </a:t>
            </a:r>
            <a:r>
              <a:rPr lang="ru-RU"/>
              <a:t>Как делать прогноз для нового объекта (нового магазина, нового пациента), по которому есть всего 10 точек данных?</a:t>
            </a:r>
          </a:p>
        </p:txBody>
      </p:sp>
    </p:spTree>
    <p:extLst>
      <p:ext uri="{BB962C8B-B14F-4D97-AF65-F5344CB8AC3E}">
        <p14:creationId xmlns:p14="http://schemas.microsoft.com/office/powerpoint/2010/main" val="193488476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26</Words>
  <Application>Microsoft Macintosh PowerPoint</Application>
  <PresentationFormat>Широкоэкранный</PresentationFormat>
  <Paragraphs>1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Тема Office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Ронкин Михаил Владимирович</dc:creator>
  <cp:lastModifiedBy>Ронкин Михаил Владимирович</cp:lastModifiedBy>
  <cp:revision>1</cp:revision>
  <dcterms:created xsi:type="dcterms:W3CDTF">2025-08-24T09:08:13Z</dcterms:created>
  <dcterms:modified xsi:type="dcterms:W3CDTF">2025-08-24T09:28:25Z</dcterms:modified>
</cp:coreProperties>
</file>