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38" r:id="rId2"/>
    <p:sldId id="412" r:id="rId3"/>
    <p:sldId id="438" r:id="rId4"/>
    <p:sldId id="411" r:id="rId5"/>
    <p:sldId id="413" r:id="rId6"/>
    <p:sldId id="419" r:id="rId7"/>
    <p:sldId id="440" r:id="rId8"/>
    <p:sldId id="439" r:id="rId9"/>
    <p:sldId id="414" r:id="rId10"/>
    <p:sldId id="427" r:id="rId11"/>
    <p:sldId id="433" r:id="rId12"/>
    <p:sldId id="430" r:id="rId13"/>
    <p:sldId id="431" r:id="rId14"/>
    <p:sldId id="432" r:id="rId15"/>
    <p:sldId id="428" r:id="rId16"/>
    <p:sldId id="434" r:id="rId17"/>
    <p:sldId id="424" r:id="rId18"/>
    <p:sldId id="435" r:id="rId19"/>
    <p:sldId id="426" r:id="rId20"/>
    <p:sldId id="44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6804" autoAdjust="0"/>
  </p:normalViewPr>
  <p:slideViewPr>
    <p:cSldViewPr snapToGrid="0">
      <p:cViewPr varScale="1">
        <p:scale>
          <a:sx n="88" d="100"/>
          <a:sy n="88" d="100"/>
        </p:scale>
        <p:origin x="3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19.10.2026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19.10.2026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19.10.2026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19.10.2026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19.10.2026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19.10.2026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19.10.2026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2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/>
              <a:t>Метрики анализа ВР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047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r>
                            <a:rPr lang="en-US" sz="2000" kern="100" dirty="0" smtClean="0">
                              <a:effectLst/>
                            </a:rPr>
                            <a:t>R2adj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Интервальный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Квантильный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Вероятностный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047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r>
                            <a:rPr lang="en-US" sz="2000" kern="100" dirty="0" smtClean="0">
                              <a:effectLst/>
                            </a:rPr>
                            <a:t>R2adj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Интервальный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Квантильный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Вероятностный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279830" y="6293017"/>
            <a:ext cx="66743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224" y="6255434"/>
            <a:ext cx="3142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0137" y="6431516"/>
            <a:ext cx="30005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68688" y="645195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6878" y="6609303"/>
            <a:ext cx="708877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https://stats.stackexchange.com/questions/299712/what-are-the-shortcomings-of-the-mean-absolute-percentage-error-mape</a:t>
            </a:r>
          </a:p>
        </p:txBody>
      </p: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413698"/>
            <a:ext cx="36490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https://robjhyndman.com/papers/foresight.pdf</a:t>
            </a:r>
            <a:endParaRPr lang="ru-RU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9385" y="6078292"/>
            <a:ext cx="3454790" cy="7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</a:t>
                </a:r>
                <a:r>
                  <a:rPr lang="ru-RU" sz="2200"/>
                  <a:t>стандартного </a:t>
                </a:r>
                <a:r>
                  <a:rPr lang="ru-RU" sz="2200" smtClean="0"/>
                  <a:t>распределения,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9649"/>
                  </p:ext>
                </p:extLst>
              </p:nvPr>
            </p:nvGraphicFramePr>
            <p:xfrm>
              <a:off x="310896" y="1652705"/>
              <a:ext cx="11422095" cy="3166944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450863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790825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842776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6358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24237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9344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6265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9649"/>
                  </p:ext>
                </p:extLst>
              </p:nvPr>
            </p:nvGraphicFramePr>
            <p:xfrm>
              <a:off x="310896" y="1652705"/>
              <a:ext cx="11422095" cy="3166944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450863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790825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842776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6358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24237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31863" r="-303731" b="-1343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9344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175817" r="-303731" b="-79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6265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409709" r="-303731" b="-17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rPr>
                      <m:t>PINAW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162" y="119063"/>
            <a:ext cx="10934700" cy="806450"/>
          </a:xfrm>
        </p:spPr>
        <p:txBody>
          <a:bodyPr/>
          <a:lstStyle/>
          <a:p>
            <a:pPr algn="ctr"/>
            <a:r>
              <a:rPr lang="ru-RU" b="1" dirty="0" smtClean="0"/>
              <a:t>Вопросы для самоконтроля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124" y="925513"/>
            <a:ext cx="11534775" cy="5072063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ru-RU" dirty="0"/>
              <a:t>Объясните цель использования </a:t>
            </a:r>
            <a:r>
              <a:rPr lang="ru-RU" dirty="0" smtClean="0"/>
              <a:t>различных типов </a:t>
            </a:r>
            <a:r>
              <a:rPr lang="ru-RU" dirty="0"/>
              <a:t>метрик для предсказания ВР. Приведите примеры </a:t>
            </a:r>
            <a:r>
              <a:rPr lang="ru-RU" dirty="0" smtClean="0"/>
              <a:t>задач</a:t>
            </a:r>
            <a:r>
              <a:rPr lang="en-US" dirty="0" smtClean="0"/>
              <a:t> </a:t>
            </a:r>
            <a:r>
              <a:rPr lang="ru-RU" dirty="0" smtClean="0"/>
              <a:t>анализа ВР </a:t>
            </a:r>
            <a:r>
              <a:rPr lang="ru-RU" dirty="0"/>
              <a:t>где те или иные метрики будут иметь преимущества. </a:t>
            </a:r>
            <a:endParaRPr lang="ru-RU" dirty="0" smtClean="0"/>
          </a:p>
          <a:p>
            <a:pPr lvl="0" algn="just"/>
            <a:r>
              <a:rPr lang="ru-RU" dirty="0" smtClean="0"/>
              <a:t>Приведите примеры задач сопоставляя метрики Анализа ВР и выражаемые ими предметные (бизнес) метрики. Объясните как в таком случае использовать набор метрик анализа ВР.</a:t>
            </a:r>
          </a:p>
          <a:p>
            <a:pPr lvl="0" algn="just"/>
            <a:r>
              <a:rPr lang="ru-RU" dirty="0" smtClean="0"/>
              <a:t>Объясните интерпретацию вероятностных метрик. Приведите </a:t>
            </a:r>
            <a:r>
              <a:rPr lang="ru-RU" dirty="0"/>
              <a:t>примеры задач где необходимы вероятностные </a:t>
            </a:r>
            <a:r>
              <a:rPr lang="ru-RU" dirty="0" smtClean="0"/>
              <a:t>метрики. Как вероятностная сущность метрик сопоставляется с бизнес-метриками.</a:t>
            </a:r>
          </a:p>
          <a:p>
            <a:pPr lvl="0"/>
            <a:r>
              <a:rPr lang="ru-RU" dirty="0" smtClean="0"/>
              <a:t>Приведите пример постановки задачи от бизнес-метрики (целевые и прокси-метрик) до необходимых метрик анализа ВР (дерево метрик). Оцените какие при этом допустимы значения </a:t>
            </a:r>
            <a:r>
              <a:rPr lang="ru-RU" smtClean="0"/>
              <a:t>метрик анализа </a:t>
            </a:r>
            <a:r>
              <a:rPr lang="ru-RU" dirty="0" smtClean="0"/>
              <a:t>ВР.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8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9405</TotalTime>
  <Words>2382</Words>
  <Application>Microsoft Office PowerPoint</Application>
  <PresentationFormat>Широкоэкранный</PresentationFormat>
  <Paragraphs>473</Paragraphs>
  <Slides>20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Метрики анализа ВР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277</cp:revision>
  <dcterms:created xsi:type="dcterms:W3CDTF">2021-10-31T10:57:36Z</dcterms:created>
  <dcterms:modified xsi:type="dcterms:W3CDTF">2026-10-19T10:36:41Z</dcterms:modified>
</cp:coreProperties>
</file>