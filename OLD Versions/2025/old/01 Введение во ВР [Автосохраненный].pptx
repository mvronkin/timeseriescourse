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322" r:id="rId3"/>
    <p:sldId id="375" r:id="rId4"/>
    <p:sldId id="382" r:id="rId5"/>
    <p:sldId id="385" r:id="rId6"/>
    <p:sldId id="387" r:id="rId7"/>
    <p:sldId id="366" r:id="rId8"/>
    <p:sldId id="386" r:id="rId9"/>
    <p:sldId id="392" r:id="rId10"/>
    <p:sldId id="389" r:id="rId11"/>
    <p:sldId id="383" r:id="rId12"/>
    <p:sldId id="377" r:id="rId13"/>
    <p:sldId id="391" r:id="rId14"/>
    <p:sldId id="431" r:id="rId15"/>
    <p:sldId id="452" r:id="rId16"/>
    <p:sldId id="442" r:id="rId17"/>
    <p:sldId id="449" r:id="rId18"/>
    <p:sldId id="441" r:id="rId19"/>
    <p:sldId id="450" r:id="rId20"/>
    <p:sldId id="447" r:id="rId21"/>
    <p:sldId id="448" r:id="rId22"/>
    <p:sldId id="440" r:id="rId23"/>
    <p:sldId id="451" r:id="rId24"/>
    <p:sldId id="437" r:id="rId25"/>
    <p:sldId id="438" r:id="rId26"/>
    <p:sldId id="439" r:id="rId27"/>
    <p:sldId id="433" r:id="rId28"/>
    <p:sldId id="434" r:id="rId29"/>
    <p:sldId id="435" r:id="rId30"/>
    <p:sldId id="43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4" autoAdjust="0"/>
    <p:restoredTop sz="94795"/>
  </p:normalViewPr>
  <p:slideViewPr>
    <p:cSldViewPr snapToGrid="0">
      <p:cViewPr varScale="1">
        <p:scale>
          <a:sx n="151" d="100"/>
          <a:sy n="151" d="100"/>
        </p:scale>
        <p:origin x="226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15.07.2025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18</a:t>
            </a:fld>
            <a:endParaRPr lang="ru-RU"/>
          </a:p>
        </p:txBody>
      </p:sp>
    </p:spTree>
    <p:extLst>
      <p:ext uri="{BB962C8B-B14F-4D97-AF65-F5344CB8AC3E}">
        <p14:creationId xmlns:p14="http://schemas.microsoft.com/office/powerpoint/2010/main" val="95164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22</a:t>
            </a:fld>
            <a:endParaRPr lang="ru-RU"/>
          </a:p>
        </p:txBody>
      </p:sp>
    </p:spTree>
    <p:extLst>
      <p:ext uri="{BB962C8B-B14F-4D97-AF65-F5344CB8AC3E}">
        <p14:creationId xmlns:p14="http://schemas.microsoft.com/office/powerpoint/2010/main" val="1627487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126635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15.07.2025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15.07.2025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15.07.2025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15.07.2025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70.png"/></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18" Type="http://schemas.openxmlformats.org/officeDocument/2006/relationships/hyperlink" Target="https://fish-forecast.github.io/Fish-Forecast-Bookdown/"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smtClean="0"/>
              <a:t>Модели ВР </a:t>
            </a:r>
            <a:br>
              <a:rPr lang="ru-RU" sz="8000" dirty="0" smtClean="0"/>
            </a:br>
            <a:r>
              <a:rPr lang="ru-RU" sz="8000" dirty="0" smtClean="0"/>
              <a:t>и </a:t>
            </a:r>
            <a:br>
              <a:rPr lang="ru-RU" sz="8000" dirty="0" smtClean="0"/>
            </a:br>
            <a:r>
              <a:rPr lang="ru-RU" sz="8000" dirty="0" smtClean="0"/>
              <a:t>Постановка </a:t>
            </a:r>
            <a:r>
              <a:rPr lang="ru-RU" sz="8000" dirty="0"/>
              <a:t>задач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4</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6</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9</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11</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2862942"/>
          </a:xfrm>
        </p:spPr>
        <p:txBody>
          <a:bodyPr>
            <a:normAutofit/>
          </a:bodyPr>
          <a:lstStyle/>
          <a:p>
            <a:r>
              <a:rPr lang="ru-RU" sz="8000" dirty="0" smtClean="0"/>
              <a:t>Постановка задач </a:t>
            </a:r>
            <a:r>
              <a:rPr lang="ru-RU" sz="8000" dirty="0"/>
              <a:t>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15</a:t>
            </a:fld>
            <a:endParaRPr lang="en-US"/>
          </a:p>
        </p:txBody>
      </p:sp>
    </p:spTree>
    <p:extLst>
      <p:ext uri="{BB962C8B-B14F-4D97-AF65-F5344CB8AC3E}">
        <p14:creationId xmlns:p14="http://schemas.microsoft.com/office/powerpoint/2010/main" val="207799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370074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4093384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18</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076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41963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a:t>Переменная для предсказания  </a:t>
            </a:r>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20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741283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112347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22</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9387066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23</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40893920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24</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endParaRPr lang="ru-RU" dirty="0"/>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endParaRPr lang="ru-RU" dirty="0"/>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37030617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https://education.yandex.ru/handbook/ml/article/vremennye-ryady</a:t>
            </a:r>
            <a:endParaRPr lang="en-US" dirty="0"/>
          </a:p>
          <a:p>
            <a:r>
              <a:rPr lang="en-US" dirty="0"/>
              <a:t>https://mrtunguyen.github.io/posts/time-series/time-series.html</a:t>
            </a:r>
            <a:r>
              <a:rPr lang="ru-RU" dirty="0"/>
              <a:t> </a:t>
            </a:r>
            <a:endParaRPr lang="en-US" dirty="0"/>
          </a:p>
          <a:p>
            <a:r>
              <a:rPr lang="en-US" dirty="0"/>
              <a:t>https://dev.mrdbourke.com/tensorflow-deep-learning/10_time_series_forecasting_in_tensorflow/</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28</a:t>
            </a:fld>
            <a:endParaRPr lang="en-US"/>
          </a:p>
        </p:txBody>
      </p:sp>
    </p:spTree>
    <p:extLst>
      <p:ext uri="{BB962C8B-B14F-4D97-AF65-F5344CB8AC3E}">
        <p14:creationId xmlns:p14="http://schemas.microsoft.com/office/powerpoint/2010/main" val="19980225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a:t>python</a:t>
            </a:r>
          </a:p>
          <a:p>
            <a:r>
              <a:rPr lang="en-US" dirty="0">
                <a:hlinkClick r:id="rId7"/>
              </a:rPr>
              <a:t>https://openforecast.org/adam/</a:t>
            </a:r>
            <a:endParaRPr lang="en-US" dirty="0"/>
          </a:p>
          <a:p>
            <a:r>
              <a:rPr lang="en-US" dirty="0">
                <a:hlinkClick r:id="rId8"/>
              </a:rPr>
              <a:t>https://github.com/qingsongedu/awesome-AI-for-time-series-papers</a:t>
            </a:r>
            <a:endParaRPr lang="en-US" dirty="0"/>
          </a:p>
          <a:p>
            <a:r>
              <a:rPr lang="en-US" dirty="0">
                <a:hlinkClick r:id="rId9"/>
              </a:rPr>
              <a:t>https://www.sciencedirect.com/science/article/pii/S0169207021001758</a:t>
            </a:r>
            <a:r>
              <a:rPr lang="en-US" dirty="0"/>
              <a:t> </a:t>
            </a:r>
            <a:endParaRPr lang="ru-RU" dirty="0"/>
          </a:p>
          <a:p>
            <a:r>
              <a:rPr lang="en-US" dirty="0">
                <a:hlinkClick r:id="rId10"/>
              </a:rPr>
              <a:t>http://repo.darmajaya.ac.id/4781/1/Time%20Series%20Analysis_%20Forecasting%20and%20Control%20%28%20PDFDrive%20%29.pdf</a:t>
            </a:r>
            <a:r>
              <a:rPr lang="ru-RU"/>
              <a:t> </a:t>
            </a:r>
            <a:r>
              <a:rPr lang="en-US"/>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29</a:t>
            </a:fld>
            <a:endParaRPr lang="en-US"/>
          </a:p>
        </p:txBody>
      </p:sp>
    </p:spTree>
    <p:extLst>
      <p:ext uri="{BB962C8B-B14F-4D97-AF65-F5344CB8AC3E}">
        <p14:creationId xmlns:p14="http://schemas.microsoft.com/office/powerpoint/2010/main" val="41985587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endParaRPr lang="en" dirty="0"/>
          </a:p>
          <a:p>
            <a:r>
              <a:rPr lang="en-US" dirty="0">
                <a:hlinkClick r:id="rId9"/>
              </a:rPr>
              <a:t>https://www.kaggle.com/code/prashant111/complete-guide-on-time-series-analysis-in-python</a:t>
            </a:r>
            <a:r>
              <a:rPr lang="en-US" dirty="0"/>
              <a:t> </a:t>
            </a:r>
            <a:endParaRPr lang="ru-RU" dirty="0"/>
          </a:p>
          <a:p>
            <a:r>
              <a:rPr lang="en-US" dirty="0">
                <a:hlinkClick r:id="rId10"/>
              </a:rPr>
              <a:t>https://medium.com/data-science-at-microsoft/time-series-forecasting-part-3-of-3-introducing-auts-adaptive-univariate-time-series-dfd7555ca8d4</a:t>
            </a:r>
            <a:endParaRPr lang="ru-RU" dirty="0"/>
          </a:p>
          <a:p>
            <a:r>
              <a:rPr lang="en-US" dirty="0">
                <a:hlinkClick r:id="rId11"/>
              </a:rPr>
              <a:t>https://www.openforecast.org/adam/state-space-form-of-ets.html</a:t>
            </a:r>
            <a:endParaRPr lang="ru-RU" dirty="0"/>
          </a:p>
          <a:p>
            <a:r>
              <a:rPr lang="en-US" dirty="0">
                <a:hlinkClick r:id="rId12"/>
              </a:rPr>
              <a:t>https://livebook.manning.com/book/modern-time-series-analysis-in-python/c</a:t>
            </a:r>
            <a:r>
              <a:rPr lang="ru-RU" dirty="0"/>
              <a:t> </a:t>
            </a:r>
          </a:p>
          <a:p>
            <a:r>
              <a:rPr lang="en-US" dirty="0">
                <a:hlinkClick r:id="rId13"/>
              </a:rPr>
              <a:t>https://ranalytics.github.io/tsa-with-r/</a:t>
            </a:r>
            <a:r>
              <a:rPr lang="ru-RU" dirty="0"/>
              <a:t> </a:t>
            </a:r>
            <a:endParaRPr lang="en-US" dirty="0"/>
          </a:p>
          <a:p>
            <a:r>
              <a:rPr lang="en-US" dirty="0">
                <a:hlinkClick r:id="rId14"/>
              </a:rPr>
              <a:t>https://towardsdatascience.com/forecast-multiple-time-series-like-a-master-1579a2b6f18d/</a:t>
            </a:r>
            <a:r>
              <a:rPr lang="en-US" dirty="0"/>
              <a:t> </a:t>
            </a:r>
          </a:p>
          <a:p>
            <a:r>
              <a:rPr lang="en-US" dirty="0">
                <a:hlinkClick r:id="rId15"/>
              </a:rPr>
              <a:t>https://www.stat.berkeley.edu/~aditya/resources/FullNotes248Spring2022TimeSeries.pdf</a:t>
            </a:r>
            <a:endParaRPr lang="en-US" dirty="0"/>
          </a:p>
          <a:p>
            <a:r>
              <a:rPr lang="en-US" dirty="0">
                <a:hlinkClick r:id="rId16"/>
              </a:rPr>
              <a:t>https://www.stat.berkeley.edu/~ryantibs/timeseries-f23/</a:t>
            </a:r>
            <a:endParaRPr lang="ru-RU" dirty="0"/>
          </a:p>
          <a:p>
            <a:r>
              <a:rPr lang="en-US" dirty="0">
                <a:hlinkClick r:id="rId17"/>
              </a:rPr>
              <a:t>https://stat153.berkeley.edu/spring-2025/lab5</a:t>
            </a:r>
            <a:r>
              <a:rPr lang="ru-RU" dirty="0"/>
              <a:t> - интерактивно</a:t>
            </a:r>
            <a:endParaRPr lang="en-US" dirty="0"/>
          </a:p>
          <a:p>
            <a:r>
              <a:rPr lang="en" dirty="0">
                <a:hlinkClick r:id="rId18"/>
              </a:rPr>
              <a:t>https://fish-forecast.github.io/Fish-Forecast-Bookdown/</a:t>
            </a:r>
            <a:r>
              <a:rPr lang="en" dirty="0"/>
              <a:t> </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30</a:t>
            </a:fld>
            <a:endParaRPr lang="en-US"/>
          </a:p>
        </p:txBody>
      </p:sp>
    </p:spTree>
    <p:extLst>
      <p:ext uri="{BB962C8B-B14F-4D97-AF65-F5344CB8AC3E}">
        <p14:creationId xmlns:p14="http://schemas.microsoft.com/office/powerpoint/2010/main" val="5353738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9220</TotalTime>
  <Words>1453</Words>
  <Application>Microsoft Office PowerPoint</Application>
  <PresentationFormat>Широкоэкранный</PresentationFormat>
  <Paragraphs>277</Paragraphs>
  <Slides>30</Slides>
  <Notes>4</Notes>
  <HiddenSlides>9</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30</vt:i4>
      </vt:variant>
    </vt:vector>
  </HeadingPairs>
  <TitlesOfParts>
    <vt:vector size="37" baseType="lpstr">
      <vt:lpstr>Arial</vt:lpstr>
      <vt:lpstr>Calibri</vt:lpstr>
      <vt:lpstr>Calibri Light</vt:lpstr>
      <vt:lpstr>Cambria Math</vt:lpstr>
      <vt:lpstr>Open Sans</vt:lpstr>
      <vt:lpstr>Times New Roman</vt:lpstr>
      <vt:lpstr>Тема Office 2013–2022</vt:lpstr>
      <vt:lpstr>Модели ВР  и  Постановка задач предсказания ВР</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 предсказания ВР</vt:lpstr>
      <vt:lpstr>Задачи анализа временных рядов</vt:lpstr>
      <vt:lpstr>Задачи предсказания временных рядовaq</vt:lpstr>
      <vt:lpstr>Задачи прогнозирования временных рядов</vt:lpstr>
      <vt:lpstr>Анализ временных рядов</vt:lpstr>
      <vt:lpstr>Постановка задачи анализа ВР</vt:lpstr>
      <vt:lpstr>Пример TSF System Design</vt:lpstr>
      <vt:lpstr>Представление Временных рядов</vt:lpstr>
      <vt:lpstr>Задачи прогнозирования временных рядов</vt:lpstr>
      <vt:lpstr>Фреймворк анализа ВР</vt:lpstr>
      <vt:lpstr>Фреймворк анализа ВР</vt:lpstr>
      <vt:lpstr>Фреймворк анализа ВР</vt:lpstr>
      <vt:lpstr>Литература</vt:lpstr>
      <vt:lpstr>Литература</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183</cp:revision>
  <dcterms:created xsi:type="dcterms:W3CDTF">2021-10-31T10:57:36Z</dcterms:created>
  <dcterms:modified xsi:type="dcterms:W3CDTF">2025-07-15T12:50:15Z</dcterms:modified>
</cp:coreProperties>
</file>